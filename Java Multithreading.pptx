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886331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195889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33027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697521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027756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23666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23028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59725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497369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671427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470920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90B02-FA4D-45B8-877B-D51FDB7161B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A4D71B4-1EA4-41B6-BBF2-AABBA98C21C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6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813C-F1EC-4304-858F-D83A08A08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6329" y="1122082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Multithreading</a:t>
            </a:r>
          </a:p>
        </p:txBody>
      </p:sp>
    </p:spTree>
    <p:extLst>
      <p:ext uri="{BB962C8B-B14F-4D97-AF65-F5344CB8AC3E}">
        <p14:creationId xmlns:p14="http://schemas.microsoft.com/office/powerpoint/2010/main" val="1584260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261B2B-3825-4B53-AA26-9995876133B5}"/>
              </a:ext>
            </a:extLst>
          </p:cNvPr>
          <p:cNvSpPr txBox="1"/>
          <p:nvPr/>
        </p:nvSpPr>
        <p:spPr>
          <a:xfrm>
            <a:off x="762944" y="790527"/>
            <a:ext cx="10924674" cy="393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is a feature of Java that allows multiple threads to run simultaneously.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perform more than one task at the same time.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performance and efficiency of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76598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9599C2-B232-45D3-85CE-32558B549E61}"/>
              </a:ext>
            </a:extLst>
          </p:cNvPr>
          <p:cNvSpPr txBox="1"/>
          <p:nvPr/>
        </p:nvSpPr>
        <p:spPr>
          <a:xfrm>
            <a:off x="1716505" y="1378911"/>
            <a:ext cx="8758990" cy="324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Thread?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thread is the smallest unit of execution in a program.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called a lightweight process.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threads can execute within a single program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87595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FF2AE-ABC6-42E3-AC10-059D1C89BF97}"/>
              </a:ext>
            </a:extLst>
          </p:cNvPr>
          <p:cNvSpPr txBox="1"/>
          <p:nvPr/>
        </p:nvSpPr>
        <p:spPr>
          <a:xfrm>
            <a:off x="2017059" y="928299"/>
            <a:ext cx="9251576" cy="393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Multithreading?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multiple tasks concurrently.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CPU utilization.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application responsiveness.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overall execution time.</a:t>
            </a:r>
          </a:p>
        </p:txBody>
      </p:sp>
    </p:spTree>
    <p:extLst>
      <p:ext uri="{BB962C8B-B14F-4D97-AF65-F5344CB8AC3E}">
        <p14:creationId xmlns:p14="http://schemas.microsoft.com/office/powerpoint/2010/main" val="194366590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24497E-ABF9-4C89-A148-B16AE2EF0C92}"/>
              </a:ext>
            </a:extLst>
          </p:cNvPr>
          <p:cNvSpPr txBox="1"/>
          <p:nvPr/>
        </p:nvSpPr>
        <p:spPr>
          <a:xfrm>
            <a:off x="272717" y="350419"/>
            <a:ext cx="8113796" cy="5318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Cycle of a Thread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is created.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Runnable: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is ready to run.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is currently executing.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Waiting/Blocked: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waits for resources or another thread.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execution is completed.</a:t>
            </a:r>
          </a:p>
        </p:txBody>
      </p:sp>
      <p:pic>
        <p:nvPicPr>
          <p:cNvPr id="1028" name="Picture 4" descr="Java Threads: Thread Life Cycle and Threading Basics">
            <a:extLst>
              <a:ext uri="{FF2B5EF4-FFF2-40B4-BE49-F238E27FC236}">
                <a16:creationId xmlns:a16="http://schemas.microsoft.com/office/drawing/2014/main" id="{3805441A-05F9-4F18-8CE1-8A3464080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096" y="1193791"/>
            <a:ext cx="3224187" cy="363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81319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028295-1345-4EB0-965B-385E044D0C15}"/>
              </a:ext>
            </a:extLst>
          </p:cNvPr>
          <p:cNvSpPr txBox="1"/>
          <p:nvPr/>
        </p:nvSpPr>
        <p:spPr>
          <a:xfrm>
            <a:off x="2169459" y="1021975"/>
            <a:ext cx="7727576" cy="324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Threads in Java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two ways to create threads: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extending the Thread class.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the Runnable interface.</a:t>
            </a:r>
          </a:p>
        </p:txBody>
      </p:sp>
    </p:spTree>
    <p:extLst>
      <p:ext uri="{BB962C8B-B14F-4D97-AF65-F5344CB8AC3E}">
        <p14:creationId xmlns:p14="http://schemas.microsoft.com/office/powerpoint/2010/main" val="304374322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F9D40-7C67-4A55-AC1C-4F5ACBC18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878" y="363505"/>
            <a:ext cx="7912744" cy="5318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Thread Methods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start() – Starts the thread.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run() – Contains the code to be executed.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sleep() – Pauses the thread for a specific 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join() – Waits for another thread to finish.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isAlive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– Checks whether the thread is running.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33663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AF9E7C-4F44-477D-A967-1CEA667F448D}"/>
              </a:ext>
            </a:extLst>
          </p:cNvPr>
          <p:cNvSpPr txBox="1"/>
          <p:nvPr/>
        </p:nvSpPr>
        <p:spPr>
          <a:xfrm>
            <a:off x="1882587" y="797857"/>
            <a:ext cx="8937811" cy="324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Synchronization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controls access to shared resources.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prevents data inconsistency.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thread safety.</a:t>
            </a:r>
          </a:p>
        </p:txBody>
      </p:sp>
    </p:spTree>
    <p:extLst>
      <p:ext uri="{BB962C8B-B14F-4D97-AF65-F5344CB8AC3E}">
        <p14:creationId xmlns:p14="http://schemas.microsoft.com/office/powerpoint/2010/main" val="390891357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09962A-CFCF-49F8-8DCF-8DB15BD55FEB}"/>
              </a:ext>
            </a:extLst>
          </p:cNvPr>
          <p:cNvSpPr txBox="1"/>
          <p:nvPr/>
        </p:nvSpPr>
        <p:spPr>
          <a:xfrm>
            <a:off x="1761564" y="973122"/>
            <a:ext cx="8668872" cy="393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Multithreading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CPU utilization.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execution of programs.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application responsiveness.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 of system resources.</a:t>
            </a:r>
          </a:p>
        </p:txBody>
      </p:sp>
    </p:spTree>
    <p:extLst>
      <p:ext uri="{BB962C8B-B14F-4D97-AF65-F5344CB8AC3E}">
        <p14:creationId xmlns:p14="http://schemas.microsoft.com/office/powerpoint/2010/main" val="387809187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44E488-5390-4D7D-9935-424F52B9E1F5}"/>
              </a:ext>
            </a:extLst>
          </p:cNvPr>
          <p:cNvSpPr txBox="1"/>
          <p:nvPr/>
        </p:nvSpPr>
        <p:spPr>
          <a:xfrm>
            <a:off x="1385047" y="1098629"/>
            <a:ext cx="9421905" cy="393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Multithreading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program complexity.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becomes difficult.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lead to deadlock problems.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8523929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4A545-5F06-4B1B-9998-CC01A8C54355}"/>
              </a:ext>
            </a:extLst>
          </p:cNvPr>
          <p:cNvSpPr txBox="1"/>
          <p:nvPr/>
        </p:nvSpPr>
        <p:spPr>
          <a:xfrm>
            <a:off x="2142564" y="171235"/>
            <a:ext cx="8776447" cy="5318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Multithreading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games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applications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applications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servers</a:t>
            </a:r>
          </a:p>
        </p:txBody>
      </p:sp>
    </p:spTree>
    <p:extLst>
      <p:ext uri="{BB962C8B-B14F-4D97-AF65-F5344CB8AC3E}">
        <p14:creationId xmlns:p14="http://schemas.microsoft.com/office/powerpoint/2010/main" val="85175590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D0A13-704B-4D27-AAE0-94AD04DB0C1F}"/>
              </a:ext>
            </a:extLst>
          </p:cNvPr>
          <p:cNvSpPr txBox="1"/>
          <p:nvPr/>
        </p:nvSpPr>
        <p:spPr>
          <a:xfrm>
            <a:off x="1945341" y="1057834"/>
            <a:ext cx="8301318" cy="324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is an important feature of Java.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multiple tasks to run simultaneously.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performance and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072718124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EA18F-A401-4EC2-8D15-D953A69B9E96}"/>
              </a:ext>
            </a:extLst>
          </p:cNvPr>
          <p:cNvSpPr txBox="1"/>
          <p:nvPr/>
        </p:nvSpPr>
        <p:spPr>
          <a:xfrm>
            <a:off x="2983831" y="2413337"/>
            <a:ext cx="62243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227353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</TotalTime>
  <Words>319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Gallery</vt:lpstr>
      <vt:lpstr>Java Multithreading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Multithreading</dc:title>
  <dc:creator>Admin</dc:creator>
  <cp:lastModifiedBy>Admin</cp:lastModifiedBy>
  <cp:revision>1</cp:revision>
  <dcterms:created xsi:type="dcterms:W3CDTF">2026-06-30T11:08:19Z</dcterms:created>
  <dcterms:modified xsi:type="dcterms:W3CDTF">2026-06-30T11:38:06Z</dcterms:modified>
</cp:coreProperties>
</file>